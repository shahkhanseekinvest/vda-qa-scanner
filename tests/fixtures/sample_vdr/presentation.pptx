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Acme Corporation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By John Smith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Confidential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Contact: (555) 123-4567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